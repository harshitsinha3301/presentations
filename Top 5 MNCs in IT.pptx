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7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CCA6-2921-C848-3BEE-32750D983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AA673-5436-D14F-0074-8E78800FE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03630-C83A-83DE-4322-063D9240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B2D42-F385-FD95-67A7-D3246C671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DF953-4C33-1EDE-9856-EE155EC6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43BD-1310-FA4A-E3B5-7D5B2A4F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8ADC-D363-07C1-A3CC-9DFBE5179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3C4D8-2750-4879-B3CD-B7CB51E4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6370A-5E0E-357F-4DD4-1409DAC5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38710-AAB9-0E36-D5DD-46CB1634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9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2A98-1E20-34D2-B696-53D5FE7CE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8FE56-CE53-B3CE-7FFB-E23467022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A7702-F314-1D2B-92EA-C63E32F34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29FB9-B734-C150-76D5-B5A68982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5E472-BD19-9AA7-F7D9-4E5B1A1FC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3BC4-2DFE-5E81-8027-AA2F93986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A0939-CAB8-A321-024A-77A5C1B03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6E3B1-3CDD-1E37-F9FB-291346F7C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79102-36AF-706D-AB5F-E1499B9B8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83F81-5642-CCF5-AE76-B61EA272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EC03D-303F-8E60-ABA5-6568DC43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621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A04DE-C729-C49C-96E9-A67EDFA2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A74E8-6082-A4B1-8BCF-9325183D3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93C56-9AFB-5763-9F26-2CD0AA63C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A7735B-1C2E-A405-F840-8245CC36F4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35D72-0497-CFAA-102F-968004474A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5D06A4-720A-00BB-D7D8-BC6559584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66209-7B85-8504-7934-2C3A4F8F5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EBA0D7-F8C4-0D0F-B307-1FC467011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568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BF0B5-D216-253F-D88A-DA98ED52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1D1351-6C73-C8F6-85F2-2A8AD683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53114-5319-90D8-420C-66933049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BF64C-C306-3F34-47A6-4AB2FC5B6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3191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B7242-37C2-9372-07FB-4526641D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8D427-3562-37B2-2999-05E81F26F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02EA0-2899-8B2A-0DC7-BD99D400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827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998A-5352-A30F-22DB-F99F4DAD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A2AF7-FE8F-5FB3-B046-EBD0C5BB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3CE29-3FE4-8E57-5BCD-5B8752299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C61B6-5AD2-C784-77BE-8CD1E7A52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A25BA-BEE8-5342-73E8-8D67F99FA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E6F9C-0125-5585-20F7-F6F81D13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52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5A0C-CE31-3E4B-373C-03EF3D2F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2C415A-1C04-D425-13AC-C37695A8C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2E52A-4983-E855-EDD9-9594271A7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15476-D6D5-B180-2512-C9BCFF39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6A5A09-365C-0DAE-ACBA-26986B36F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14D3B-5CA8-6275-21CC-D3A8DB1B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25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88E8-5D0E-29D3-D9B6-1C8ADC10A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E750B2-260A-1DDD-DD7B-3A1222123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4A2F5-D174-6438-8F6E-8A29029E8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049EE-95F7-59DC-C3F6-24DEE9E8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10F98-65F1-9AAD-9BB6-D9614E72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17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F07600-1AD4-F864-03A3-39B48F61E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48532-1DE3-E1C5-EB8F-82BF20349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8430D-A990-BDFA-5A80-20A3371D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BBF42-4317-4BE9-20B3-F85F9196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2E535-8B8B-F5E0-6B76-708AE163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09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936F90-B2DF-902B-62AA-0950B056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6B003-7D34-C212-6129-CACC385B8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35F42-7CE6-4591-2BBE-B82203F90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635A1-9D9B-4AAE-9818-076EE4AB8347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0EFE5-5B68-F6BA-941B-5E858FA881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2C5EB-B433-B01F-2529-CA9860727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DAF5F-FAE3-4D95-9F87-C10D0E6CD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7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FE046-0EFA-1881-3B0E-524B68D9B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680" y="640080"/>
            <a:ext cx="4389330" cy="3566160"/>
          </a:xfrm>
        </p:spPr>
        <p:txBody>
          <a:bodyPr anchor="b">
            <a:normAutofit/>
          </a:bodyPr>
          <a:lstStyle/>
          <a:p>
            <a:pPr algn="l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Five IT MNCs and Their Roles in the World's Economy</a:t>
            </a:r>
            <a:b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Technology</a:t>
            </a:r>
            <a:endParaRPr lang="en-IN" sz="3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01FD49-5F3A-B0B1-539F-F6A2E1D9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680" y="4636008"/>
            <a:ext cx="4389329" cy="1572768"/>
          </a:xfrm>
        </p:spPr>
        <p:txBody>
          <a:bodyPr>
            <a:noAutofit/>
          </a:bodyPr>
          <a:lstStyle/>
          <a:p>
            <a:pPr algn="l"/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 Sinha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Class: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‘C’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No.: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en-IN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ttps://images.openai.com/static-rsc-4/t7opznoNm_oVUHHLXO_mEoElKKIEpkP_a4QZ5utaNZZgDMUc4CZ6XI-B6XKu7uidNKZ3STbhYCQBqzouXjEmNAe9NGmflcI1t5Q8mlThhj2U6EoI_SpUjsrp89qJA5NGZ4v16GNm-7NxfxwQlfmVrU6MoOBYqXbg7kTI4zrAuEk7YBs7Qk2T7DwnLwWcAFkl?purpose=fullsize">
            <a:extLst>
              <a:ext uri="{FF2B5EF4-FFF2-40B4-BE49-F238E27FC236}">
                <a16:creationId xmlns:a16="http://schemas.microsoft.com/office/drawing/2014/main" id="{F0253D3A-87EF-98D8-4015-A3F28AF51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4860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DC607-7779-AC6E-5942-02325F093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128689"/>
          </a:xfrm>
        </p:spPr>
        <p:txBody>
          <a:bodyPr anchor="b">
            <a:norm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Corporation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90D22-E09A-59DF-BD12-935F79826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675" y="2071316"/>
            <a:ext cx="6969370" cy="4119172"/>
          </a:xfrm>
        </p:spPr>
        <p:txBody>
          <a:bodyPr anchor="t">
            <a:no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1975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Redmond, Washington, USA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Bill Gates and Paul Allen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Windows, Microsoft Office, Azure Cloud Services, Teams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Microsoft Does: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the Windows operating system.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productivity software such as Microsoft Office.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cloud computing services through Azure.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business communication tools like Microsoft Teams.</a:t>
            </a:r>
          </a:p>
        </p:txBody>
      </p:sp>
      <p:pic>
        <p:nvPicPr>
          <p:cNvPr id="4" name="Picture 3" descr="https://images.openai.com/static-rsc-4/iPUrc57DqVDMOStxC4GUuzNRL15Gvz4jL03DbKKwHsBfkRKjldkKrmThHr98ZIrYK7LTpznG024M0ZqYX6BSDQLvucpMrAnaMtjwDeyKVRHg6Kbe4nfp5m61bvOX_IuUoLp0EzvKnA3uVYHrRoPRP1sZZYlswdYlaXDBrOOHoNrUqQDKZxEkKyiUCVVF85ve?purpose=fullsize">
            <a:extLst>
              <a:ext uri="{FF2B5EF4-FFF2-40B4-BE49-F238E27FC236}">
                <a16:creationId xmlns:a16="http://schemas.microsoft.com/office/drawing/2014/main" id="{E5309B8A-5043-7AB8-7B24-5183A4313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854" r="14930" b="2"/>
          <a:stretch>
            <a:fillRect/>
          </a:stretch>
        </p:blipFill>
        <p:spPr>
          <a:xfrm>
            <a:off x="7552707" y="2093976"/>
            <a:ext cx="4322618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44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0D243-40F5-6ADB-B191-13C1F71B8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237565"/>
          </a:xfrm>
        </p:spPr>
        <p:txBody>
          <a:bodyPr anchor="b">
            <a:norm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Incorporation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3051B-92F0-9411-575F-82719C360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260" y="2071316"/>
            <a:ext cx="7148945" cy="4119172"/>
          </a:xfrm>
        </p:spPr>
        <p:txBody>
          <a:bodyPr anchor="t">
            <a:no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1976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Cupertino, California, USA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Steve Jobs, Steve Wozniak, and Ronald Wayne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Products: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iPhone, MacBook, iPad, Apple Watch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Apple Does: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Designs and manufactures iPhones, iPads, and Mac computers.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operating systems such as iOS and macOS.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digital services like the App Store and iCloud.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wearable devices such as the Apple Watch.</a:t>
            </a:r>
          </a:p>
        </p:txBody>
      </p:sp>
      <p:pic>
        <p:nvPicPr>
          <p:cNvPr id="4" name="Picture 3" descr="https://images.openai.com/static-rsc-4/eLyj4jpBPbG3YfTx9O--Nc5oDgsw9rMSRGYCj5O_aJaMTYl2lHz60FJmuj1AktT80k717DqepvKAPL2TBDrD04hutNK0rNnr-Koq34i_l9lbfDRgXvrdlLzYKV_jrWkjM5GnM3YMYuDb9_kNH6KcjYzUHyWNn3V5NBIU_32K7mSj5N34uJYZ_v2YQp6q7j19?purpose=fullsize">
            <a:extLst>
              <a:ext uri="{FF2B5EF4-FFF2-40B4-BE49-F238E27FC236}">
                <a16:creationId xmlns:a16="http://schemas.microsoft.com/office/drawing/2014/main" id="{ECF53787-841D-6194-A9C4-6EF4E83FB5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73" r="24256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7E3FE-5DAD-F786-D34E-E931EE8B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(Alphabet Inc.)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767A5-008D-80D3-3364-A0A284959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580" y="2636195"/>
            <a:ext cx="6551220" cy="3613149"/>
          </a:xfrm>
        </p:spPr>
        <p:txBody>
          <a:bodyPr anchor="ctr">
            <a:noAutofit/>
          </a:bodyPr>
          <a:lstStyle/>
          <a:p>
            <a:r>
              <a:rPr lang="en-IN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1998 </a:t>
            </a:r>
          </a:p>
          <a:p>
            <a:r>
              <a:rPr lang="en-IN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Mountain View, California, USA </a:t>
            </a:r>
          </a:p>
          <a:p>
            <a:r>
              <a:rPr lang="en-IN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Founders:</a:t>
            </a:r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Larry Page and Sergey Brin </a:t>
            </a:r>
          </a:p>
          <a:p>
            <a:r>
              <a:rPr lang="en-IN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Services:</a:t>
            </a:r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Search, Gmail, YouTube, Android, Google Cloud </a:t>
            </a:r>
          </a:p>
          <a:p>
            <a:pPr marL="0" indent="0">
              <a:buNone/>
            </a:pPr>
            <a:r>
              <a:rPr lang="en-IN" sz="2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Google Does:</a:t>
            </a:r>
          </a:p>
          <a:p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the Google Search Engine.</a:t>
            </a:r>
          </a:p>
          <a:p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email services through Gmail.</a:t>
            </a:r>
          </a:p>
          <a:p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the Android operating system.</a:t>
            </a:r>
          </a:p>
          <a:p>
            <a:r>
              <a:rPr lang="en-IN" sz="2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Owns YouTube, one of the world's largest video platforms.</a:t>
            </a:r>
          </a:p>
        </p:txBody>
      </p:sp>
      <p:pic>
        <p:nvPicPr>
          <p:cNvPr id="4" name="Picture 3" descr="https://images.openai.com/static-rsc-4/AxIui9t2vAscIKgMCH9GBHM5iyBDuSxSxMxkDBp108OUnPg44KQ6oeDk4vWewbNC0i0SB9bvu-QkSpdW9_10o1wR2-xOL3g4EBpcPTPA1QIPXUPBWV-ubPeVZdnEz3H6_C23eoih3AjKJvCTiRnoFqdJVyUUDa4CY7yGwagKqFTipHKc-9cFMIvLTwgdK57t?purpose=fullsize">
            <a:extLst>
              <a:ext uri="{FF2B5EF4-FFF2-40B4-BE49-F238E27FC236}">
                <a16:creationId xmlns:a16="http://schemas.microsoft.com/office/drawing/2014/main" id="{84DE1BA6-C1A8-2BF3-B898-5EF558149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16" r="17846"/>
          <a:stretch>
            <a:fillRect/>
          </a:stretch>
        </p:blipFill>
        <p:spPr>
          <a:xfrm>
            <a:off x="6676800" y="1"/>
            <a:ext cx="5522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64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https://images.openai.com/static-rsc-4/R8Dp7V_IyJ58YX1cZHDJgpl5K0ASCH-d-Z4zAMNzUHpcHC2E7TLX3LP1X2qjVi1cp7upGllTbGG-U_AcC7Uu4cMFB90VdpWc4OhyjTW-9BKAA3pjkwAmL3ctNmrN9DO1iYBMJTrjoVC7QvNChT3S_n83V9z_SXG4vqQ76PUXBaXic61nE-9gGeVysgDLbsMq?purpose=fullsize">
            <a:extLst>
              <a:ext uri="{FF2B5EF4-FFF2-40B4-BE49-F238E27FC236}">
                <a16:creationId xmlns:a16="http://schemas.microsoft.com/office/drawing/2014/main" id="{6C869167-6E8D-6E4F-932E-7626B2E139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01" r="13040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AC13D-FCBC-1C11-877F-33C7DE38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D2E7-4B01-A8BF-2C5E-584EFCD57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780" y="2743200"/>
            <a:ext cx="6377050" cy="3496878"/>
          </a:xfrm>
        </p:spPr>
        <p:txBody>
          <a:bodyPr anchor="ctr">
            <a:no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 Company: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2006 (AWS)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Seattle, Washington, USA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 of Amazon: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Jeff Bezos </a:t>
            </a: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AWS Does: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cloud storage and computing services.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websites and applications for businesses.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startups and large enterprises with IT infrastructure.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databases, networking, and security solutions. </a:t>
            </a:r>
          </a:p>
        </p:txBody>
      </p:sp>
    </p:spTree>
    <p:extLst>
      <p:ext uri="{BB962C8B-B14F-4D97-AF65-F5344CB8AC3E}">
        <p14:creationId xmlns:p14="http://schemas.microsoft.com/office/powerpoint/2010/main" val="3344441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607F9-F6A9-B7BA-4903-2275705DA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(International Business Machines)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A04B-46AC-B333-ED89-DB57CC402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03" y="2743200"/>
            <a:ext cx="6000997" cy="3613149"/>
          </a:xfrm>
        </p:spPr>
        <p:txBody>
          <a:bodyPr anchor="ctr"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1911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Headquarters: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Armonk, New York, USA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Services: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Intelligence, Cloud Computing, Consulting, Cybersecurity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IBM Does: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IT consulting services.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artificial intelligence solutions.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cloud computing services.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Conducts research in emerging technologies such as quantum computing.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improve their technology systems.</a:t>
            </a:r>
          </a:p>
        </p:txBody>
      </p:sp>
      <p:pic>
        <p:nvPicPr>
          <p:cNvPr id="5" name="Picture 4" descr="https://images.openai.com/static-rsc-4/t7opznoNm_oVUHHLXO_mEoElKKIEpkP_a4QZ5utaNZZgDMUc4CZ6XI-B6XKu7uidNKZ3STbhYCQBqzouXjEmNAe9NGmflcI1t5Q8mlThhj2U6EoI_SpUjsrp89qJA5NGZ4v16GNm-7NxfxwQlfmVrU6MoOBYqXbg7kTI4zrAuEk7YBs7Qk2T7DwnLwWcAFkl?purpose=fullsize">
            <a:extLst>
              <a:ext uri="{FF2B5EF4-FFF2-40B4-BE49-F238E27FC236}">
                <a16:creationId xmlns:a16="http://schemas.microsoft.com/office/drawing/2014/main" id="{7D11F3FF-AD3A-51EB-299A-5B52F1309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801" y="730331"/>
            <a:ext cx="5413196" cy="539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8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CAF582-C5D5-D744-DB3A-CB3057510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Thank You!</a:t>
            </a:r>
            <a:endParaRPr lang="en-IN" sz="11500"/>
          </a:p>
        </p:txBody>
      </p:sp>
    </p:spTree>
    <p:extLst>
      <p:ext uri="{BB962C8B-B14F-4D97-AF65-F5344CB8AC3E}">
        <p14:creationId xmlns:p14="http://schemas.microsoft.com/office/powerpoint/2010/main" val="3620787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380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Top Five IT MNCs and Their Roles in the World's Economy  Subject: Information Technology</vt:lpstr>
      <vt:lpstr>Microsoft Corporation</vt:lpstr>
      <vt:lpstr>Apple Incorporation</vt:lpstr>
      <vt:lpstr>Google  (Alphabet Inc.)</vt:lpstr>
      <vt:lpstr>Amazon Web Services (AWS)</vt:lpstr>
      <vt:lpstr>IBM (International Business Machines)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Anshuman Sinha</dc:creator>
  <cp:lastModifiedBy>Anshuman Sinha</cp:lastModifiedBy>
  <cp:revision>3</cp:revision>
  <dcterms:created xsi:type="dcterms:W3CDTF">2026-06-15T04:41:46Z</dcterms:created>
  <dcterms:modified xsi:type="dcterms:W3CDTF">2026-06-15T04:57:14Z</dcterms:modified>
</cp:coreProperties>
</file>