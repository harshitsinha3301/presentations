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71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dirty="0">
                <a:solidFill>
                  <a:srgbClr val="FFFFFF"/>
                </a:solidFill>
              </a:rPr>
              <a:t>Motion, Distance, Displacement</a:t>
            </a:r>
          </a:p>
          <a:p>
            <a:pPr algn="ctr"/>
            <a:r>
              <a:rPr sz="4400" dirty="0">
                <a:solidFill>
                  <a:srgbClr val="BBDEFB"/>
                </a:solidFill>
              </a:rPr>
              <a:t>and Equations of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FF6F00"/>
                </a:solidFill>
                <a:latin typeface="Segoe UI"/>
              </a:rPr>
              <a:t>Submitted by Harshit Sinha and Ansh Vardhan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097280"/>
            <a:ext cx="1097280" cy="109728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0" y="1097280"/>
            <a:ext cx="1097280" cy="109728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155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0D47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>
                <a:solidFill>
                  <a:srgbClr val="212121"/>
                </a:solidFill>
                <a:latin typeface="Calibri"/>
              </a:defRPr>
            </a:pP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is the change in the position of an object with time with respect to a reference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11064240" cy="25294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6A1B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IN" sz="2800" b="1" dirty="0">
                <a:solidFill>
                  <a:srgbClr val="6A1B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car moving on a road is in motion because its position changes with time relative to the road.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83673" y="411480"/>
            <a:ext cx="282160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2E7D32"/>
                </a:solidFill>
                <a:latin typeface="Segoe UI"/>
              </a:rPr>
              <a:t>2. Distance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3716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>
                <a:solidFill>
                  <a:srgbClr val="212121"/>
                </a:solidFill>
                <a:latin typeface="Calibri"/>
              </a:defRPr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is the total length of the path travelled by an object.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5400898" cy="338328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dirty="0">
                <a:solidFill>
                  <a:srgbClr val="0D47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>
              <a:defRPr sz="2200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scalar quantity (only magnitude).</a:t>
            </a:r>
          </a:p>
          <a:p>
            <a:pPr>
              <a:defRPr sz="2200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always positive.</a:t>
            </a:r>
          </a:p>
          <a:p>
            <a:pPr>
              <a:defRPr sz="2200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unit: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metre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017520"/>
            <a:ext cx="5486400" cy="338328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dirty="0">
                <a:solidFill>
                  <a:srgbClr val="FF6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defRPr sz="2200"/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student walks 100 m to school and then 50 m back,</a:t>
            </a:r>
          </a:p>
          <a:p>
            <a:pPr>
              <a:defRPr sz="2600" b="1">
                <a:solidFill>
                  <a:srgbClr val="2E7D32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= 100 + 50 = 150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62884" y="411480"/>
            <a:ext cx="366318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6A1B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Displacement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4630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400">
                <a:solidFill>
                  <a:srgbClr val="212121"/>
                </a:solidFill>
                <a:latin typeface="Calibri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is the shortest straight-line distance from the initial position to the final position, along with the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5303520" cy="32918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dirty="0">
                <a:solidFill>
                  <a:srgbClr val="0D47A1"/>
                </a:solidFill>
              </a:rPr>
              <a:t>Characteristics: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is a vector quantity (magnitude and direction).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can be positive, negative, or zero.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 unit: </a:t>
            </a:r>
            <a:r>
              <a:rPr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metre</a:t>
            </a: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108960"/>
            <a:ext cx="5486400" cy="32918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dirty="0">
                <a:solidFill>
                  <a:srgbClr val="FF6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defRPr sz="2000"/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student walks 100 m east and then 50 m west.</a:t>
            </a:r>
          </a:p>
          <a:p>
            <a:pPr>
              <a:defRPr sz="2200"/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= 150 m</a:t>
            </a:r>
          </a:p>
          <a:p>
            <a:pPr>
              <a:defRPr sz="2600" b="1">
                <a:solidFill>
                  <a:srgbClr val="6A1B9A"/>
                </a:solidFill>
              </a:defRPr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= 50 m east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Segoe UI"/>
              </a:rPr>
              <a:t>Difference Between Distance and Displacement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579546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</a:t>
                      </a:r>
                    </a:p>
                  </a:txBody>
                  <a:tcPr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Displacement</a:t>
                      </a:r>
                    </a:p>
                  </a:txBody>
                  <a:tcPr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27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path travelled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Shortest straight-line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27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Scalar 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270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Always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zero, positive or 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270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than or equal to displacement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700" dirty="0">
                          <a:solidFill>
                            <a:srgbClr val="21212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than or equal to distance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34823" y="411480"/>
            <a:ext cx="611930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Equations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5034" y="1710047"/>
            <a:ext cx="9975272" cy="43938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dirty="0">
                <a:solidFill>
                  <a:srgbClr val="0D47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equations describe motion under uniform acceleration</a:t>
            </a:r>
          </a:p>
          <a:p>
            <a:endParaRPr sz="3000" b="1" dirty="0">
              <a:solidFill>
                <a:srgbClr val="0D47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000" dirty="0">
                <a:solidFill>
                  <a:srgbClr val="1976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v = u + at</a:t>
            </a:r>
          </a:p>
          <a:p>
            <a:pPr algn="ctr"/>
            <a:r>
              <a:rPr sz="30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 = </a:t>
            </a:r>
            <a:r>
              <a:rPr sz="3000" dirty="0" err="1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sz="30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½ at²</a:t>
            </a:r>
          </a:p>
          <a:p>
            <a:pPr algn="ctr"/>
            <a:r>
              <a:rPr sz="3000" dirty="0">
                <a:solidFill>
                  <a:srgbClr val="6A1B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v² = u² + 2as</a:t>
            </a:r>
          </a:p>
          <a:p>
            <a:endParaRPr sz="3000" dirty="0">
              <a:solidFill>
                <a:srgbClr val="6A1B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3000" i="1" dirty="0">
                <a:solidFill>
                  <a:srgbClr val="FF6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only when acceleration is constant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8480" y="0"/>
            <a:ext cx="12327305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720" y="411480"/>
            <a:ext cx="111810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Equation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99408" y="1463040"/>
            <a:ext cx="9856519" cy="147016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 dirty="0">
                <a:solidFill>
                  <a:schemeClr val="tx1"/>
                </a:solidFill>
              </a:rPr>
              <a:t>v = u + 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9408" y="3277590"/>
            <a:ext cx="9856519" cy="284889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Final velocity (velocity after time </a:t>
            </a:r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Initial velocity (velocity at the start)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Acceleration (rate of change of velocity)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(m/s²)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Time taken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(seconds)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01321" y="765423"/>
            <a:ext cx="618630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Equation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835242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2E7D32"/>
                </a:solidFill>
              </a:rPr>
              <a:t>s = ut + ½ at²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8835242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Displacement (distance travelled in a particular direction)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Initial velocity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Acceleration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(m/s²)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Time taken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25235" y="721251"/>
            <a:ext cx="5900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6A1B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Equation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03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6A1B9A"/>
                </a:solidFill>
              </a:rPr>
              <a:t>v² = u² + 2as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85039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Final velocity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Initial velocity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Acceleration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(m/s²)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Displacement </a:t>
            </a:r>
            <a:r>
              <a:rPr lang="en-IN" sz="2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  <a:endParaRPr lang="en-IN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30942" y="411480"/>
            <a:ext cx="87270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FF6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Competency-Based Questions (Class 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475488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Riya walks 300 m east to a library and then 200 m west to a park.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total distance travelled?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What is her displacement?</a:t>
            </a:r>
          </a:p>
          <a:p>
            <a:endParaRPr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  <a:p>
            <a:pPr>
              <a:defRPr sz="2400" b="1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= 300 + 200 = 500 m</a:t>
            </a:r>
          </a:p>
          <a:p>
            <a:pPr>
              <a:defRPr sz="2400" b="1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= 300 - 200 = 100 m east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25539" y="411480"/>
            <a:ext cx="25378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1976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475488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car starts from rest and accelerates uniformly at 2 m/s² for 5 s.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Find: 1. Final velocity  2. Distance travelled</a:t>
            </a:r>
          </a:p>
          <a:p>
            <a:endParaRPr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first equation: v = u + at = 0 + (2 × 5) = 10 m/s</a:t>
            </a:r>
          </a:p>
          <a:p>
            <a:pPr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second equation: s = </a:t>
            </a:r>
            <a:r>
              <a:rPr sz="2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½ at² = 0 + ½ × 2 × 25 = 25 m</a:t>
            </a:r>
          </a:p>
          <a:p>
            <a:endParaRPr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 Final velocity = 10 m/s, Distance travelled = 25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25539" y="411480"/>
            <a:ext cx="25378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475488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motorcycle is moving at 10 m/s and accelerates uniformly at 3 m/s². Find its velocity after 4 s.</a:t>
            </a:r>
          </a:p>
          <a:p>
            <a:endParaRPr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>
              <a:defRPr sz="24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u + at</a:t>
            </a:r>
          </a:p>
          <a:p>
            <a:pPr>
              <a:defRPr sz="2400"/>
            </a:pPr>
            <a:r>
              <a:rPr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10 + (3 × 4) = 10 + 12 = 22 m/s</a:t>
            </a:r>
          </a:p>
          <a:p>
            <a:endParaRPr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 Final velocity = 22 m/s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6C477BC-8D5E-439A-867E-A5F65ECEE12D}">
  <we:reference id="wa104380050" version="3.8.0.0" store="en-US" storeType="OMEX"/>
  <we:alternateReferences>
    <we:reference id="WA104380050" version="3.8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644</Words>
  <Application>Microsoft Office PowerPoint</Application>
  <PresentationFormat>Custom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Anshuman</dc:creator>
  <cp:keywords/>
  <dc:description>generated using python-pptx</dc:description>
  <cp:lastModifiedBy>Anshuman Sinha</cp:lastModifiedBy>
  <cp:revision>5</cp:revision>
  <dcterms:created xsi:type="dcterms:W3CDTF">2013-01-27T09:14:16Z</dcterms:created>
  <dcterms:modified xsi:type="dcterms:W3CDTF">2026-06-28T16:43:04Z</dcterms:modified>
  <cp:category/>
</cp:coreProperties>
</file>