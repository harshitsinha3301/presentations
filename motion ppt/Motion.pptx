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7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9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9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61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09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4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1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8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7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161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33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31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673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003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70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A9DA1C-CA33-4691-814D-1AAE2CC56F7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6112B0A-69E9-42D9-B640-378E319E41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50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8E25-2B46-ED86-39D3-500DAE30A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074305"/>
            <a:ext cx="8825658" cy="267764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Motion, Distance, Displacement</a:t>
            </a:r>
            <a:b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Equations of Motion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CF2E0-FBCB-C28C-0185-B428A3BAD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2467" y="4444871"/>
            <a:ext cx="8825658" cy="861420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Harshit Sinha and Ansh Vardhan</a:t>
            </a:r>
          </a:p>
        </p:txBody>
      </p:sp>
    </p:spTree>
    <p:extLst>
      <p:ext uri="{BB962C8B-B14F-4D97-AF65-F5344CB8AC3E}">
        <p14:creationId xmlns:p14="http://schemas.microsoft.com/office/powerpoint/2010/main" val="357027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7ACC-0D55-A6FE-E9F2-41C2FF68A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307" y="1517841"/>
            <a:ext cx="4788230" cy="4051686"/>
          </a:xfrm>
        </p:spPr>
        <p:txBody>
          <a:bodyPr/>
          <a:lstStyle/>
          <a:p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is the change in the position of an object with time with respect to a reference point.</a:t>
            </a:r>
            <a:b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A car moving on a road is in motion because its position changes with time relative to the road.</a:t>
            </a:r>
            <a:endParaRPr lang="en-IN" sz="30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The BMW M3 GTR from Need for Speed: Most Wanted">
            <a:extLst>
              <a:ext uri="{FF2B5EF4-FFF2-40B4-BE49-F238E27FC236}">
                <a16:creationId xmlns:a16="http://schemas.microsoft.com/office/drawing/2014/main" id="{5C71DE4B-EBCF-B22A-1D86-2C3C93DB0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13" y="439387"/>
            <a:ext cx="5620987" cy="596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5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017A-C466-6A4D-1BD4-8CBF0B0E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02210" cy="70696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FF5C-0958-1E77-E417-82E60DF0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05" y="3758541"/>
            <a:ext cx="4538196" cy="260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scalar quantity (only magnitude).</a:t>
            </a:r>
          </a:p>
          <a:p>
            <a:pPr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always positive.</a:t>
            </a:r>
          </a:p>
          <a:p>
            <a:pPr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unit: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90E35F-E135-7BA1-4B3B-C954A92F0F16}"/>
              </a:ext>
            </a:extLst>
          </p:cNvPr>
          <p:cNvSpPr txBox="1">
            <a:spLocks/>
          </p:cNvSpPr>
          <p:nvPr/>
        </p:nvSpPr>
        <p:spPr>
          <a:xfrm>
            <a:off x="5023261" y="3764479"/>
            <a:ext cx="6598722" cy="2603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 sz="22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student walks 100 m to school and then 50 m back,</a:t>
            </a:r>
          </a:p>
          <a:p>
            <a:pPr>
              <a:defRPr sz="2600" b="1">
                <a:solidFill>
                  <a:srgbClr val="2E7D32"/>
                </a:solidFill>
              </a:defRPr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= 100 + 50 = 150 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034151-8F4C-DD63-CA9C-6A37EEC3B48C}"/>
              </a:ext>
            </a:extLst>
          </p:cNvPr>
          <p:cNvSpPr txBox="1">
            <a:spLocks/>
          </p:cNvSpPr>
          <p:nvPr/>
        </p:nvSpPr>
        <p:spPr>
          <a:xfrm>
            <a:off x="190005" y="2642533"/>
            <a:ext cx="10901547" cy="1121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is the total length of the path travelled by an object.</a:t>
            </a:r>
          </a:p>
        </p:txBody>
      </p:sp>
    </p:spTree>
    <p:extLst>
      <p:ext uri="{BB962C8B-B14F-4D97-AF65-F5344CB8AC3E}">
        <p14:creationId xmlns:p14="http://schemas.microsoft.com/office/powerpoint/2010/main" val="118856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A0B9-FCDE-20D9-82FC-FE765839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259706" cy="70696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Displacement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39055-9A6F-D7C8-9BBE-68AEFC2C0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16" y="2468032"/>
            <a:ext cx="5172836" cy="4182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is the shortest straight-line distance from the initial position to the final position, along with the direction.</a:t>
            </a: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0" indent="0">
              <a:buNone/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is a vector quantity (magnitude and direction).</a:t>
            </a:r>
          </a:p>
          <a:p>
            <a:pPr marL="0" indent="0">
              <a:buNone/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can be positive, negative, or zero.</a:t>
            </a:r>
          </a:p>
          <a:p>
            <a:pPr marL="0" indent="0">
              <a:buNone/>
              <a:defRPr sz="22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 unit: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(m).</a:t>
            </a:r>
          </a:p>
        </p:txBody>
      </p:sp>
      <p:pic>
        <p:nvPicPr>
          <p:cNvPr id="4" name="Picture 3" descr="Distance Vs Displacement: What's The Difference &amp; Why It Matters (W/  Diagram)">
            <a:extLst>
              <a:ext uri="{FF2B5EF4-FFF2-40B4-BE49-F238E27FC236}">
                <a16:creationId xmlns:a16="http://schemas.microsoft.com/office/drawing/2014/main" id="{DB8C861B-1421-6389-A671-72EF5C67A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114" y="2468031"/>
            <a:ext cx="5863541" cy="418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82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F9ADC0-7CCA-BF14-166E-6B267A32B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115"/>
            <a:ext cx="12192000" cy="669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6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7A02954-5923-4B33-EFD1-14F988747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-38846"/>
            <a:ext cx="12164799" cy="689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2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3D1DE2-8B61-5C15-16B3-48F561715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" y="0"/>
            <a:ext cx="12184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9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4F2CD7-AA80-2FA5-EF8E-44C2A3DF9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" y="0"/>
            <a:ext cx="12184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9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653B-A277-43FD-FB0F-6000C42A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235955" cy="70696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Competency-Based Questions (Class 9)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A724B-5F9A-4B63-5893-77DF3B385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2351314"/>
                <a:ext cx="11887200" cy="437011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</a:t>
                </a: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delivery drone takes off from its base. It flies 800 m directly North to avoid a tall building, turns 90 degrees, and then flies 600 m directly East to drop a package.</a:t>
                </a:r>
              </a:p>
              <a:p>
                <a:pPr marL="0" indent="0"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What is the total distance travelled by the drone?</a:t>
                </a:r>
              </a:p>
              <a:p>
                <a:pPr marL="0" indent="0"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What is the magnitude of its net displacement from the base?</a:t>
                </a:r>
              </a:p>
              <a:p>
                <a:pPr marL="0" indent="0">
                  <a:buNone/>
                </a:pPr>
                <a:r>
                  <a:rPr lang="en-I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 – (a) Distance:</a:t>
                </a: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total path covered is simply the sum of the two legs of the journey.</a:t>
                </a:r>
              </a:p>
              <a:p>
                <a:pPr marL="0" indent="0"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= 800 + 600 = </a:t>
                </a:r>
                <a:r>
                  <a:rPr lang="en-I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1400 m</a:t>
                </a:r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Displacement:</a:t>
                </a: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Because the drone turned 90 degrees, its path forms a right-angled triangle. The displacement is the hypotenuse (the shortest straight line from start to finish). We use the Pythagorean theorem:</a:t>
                </a:r>
              </a:p>
              <a:p>
                <a:pPr marL="0" indent="0"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Displacement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1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sz="2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100" i="1" smtClean="0">
                                <a:latin typeface="Cambria Math" panose="02040503050406030204" pitchFamily="18" charset="0"/>
                              </a:rPr>
                              <m:t>800</m:t>
                            </m:r>
                          </m:e>
                          <m:sup>
                            <m:r>
                              <a:rPr lang="en-IN" sz="21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1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100" i="1" smtClean="0">
                                <a:latin typeface="Cambria Math" panose="02040503050406030204" pitchFamily="18" charset="0"/>
                              </a:rPr>
                              <m:t>600</m:t>
                            </m:r>
                          </m:e>
                          <m:sup>
                            <m:r>
                              <a:rPr lang="en-IN" sz="21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1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Displacement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1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100" i="1">
                            <a:latin typeface="Cambria Math" panose="02040503050406030204" pitchFamily="18" charset="0"/>
                          </a:rPr>
                          <m:t>640000+360000</m:t>
                        </m:r>
                      </m:e>
                    </m:rad>
                  </m:oMath>
                </a14:m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1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100" i="1">
                            <a:latin typeface="Cambria Math" panose="02040503050406030204" pitchFamily="18" charset="0"/>
                          </a:rPr>
                          <m:t>1000000</m:t>
                        </m:r>
                      </m:e>
                    </m:rad>
                  </m:oMath>
                </a14:m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 m Northeast</a:t>
                </a:r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A724B-5F9A-4B63-5893-77DF3B385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2351314"/>
                <a:ext cx="11887200" cy="4370119"/>
              </a:xfrm>
              <a:blipFill>
                <a:blip r:embed="rId2"/>
                <a:stretch>
                  <a:fillRect l="-615" t="-976" r="-4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24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532F-702B-980A-4742-AEACD4B7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Competency-Based Questions (Class 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7ABB-FE94-8DEF-E421-EA0C0164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38" y="2327563"/>
            <a:ext cx="11875324" cy="43107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child drops a bouncy rubber ball from a balcony exactly 20 meters above the concrete ground. The ball hits the ground, bounces straight back up to a peak height of 15 meters, falls back down, and is finally caught by a friend standing on the ground.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Calculate the total distance the ball travelled through the air.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What is the ball's final displacement relative to the balcony?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(a) Distance: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must track every leg of the ball's journey.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Fall 1: 20 m down  &gt;&gt; Bounce 1: 15 m up  &gt;&gt;  Fall 2: 15 m down. 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 = 20 + 15 + 15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m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Displacement: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Displacement is the shortest straight line from the initial position (balcony) to the final position (ground). The ball started 20 m high and ended on the ground (0 m). The upward and downward bounces in between do not matter. Displacement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 downward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96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C6B6D7-2B93-BA72-0C9D-8247F019F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19" y="693222"/>
            <a:ext cx="5213762" cy="521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15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</TotalTime>
  <Words>524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Century Gothic</vt:lpstr>
      <vt:lpstr>Times New Roman</vt:lpstr>
      <vt:lpstr>Wingdings 3</vt:lpstr>
      <vt:lpstr>Ion Boardroom</vt:lpstr>
      <vt:lpstr>Motion, Distance, Displacement and Equations of Motion</vt:lpstr>
      <vt:lpstr>Motion is the change in the position of an object with time with respect to a reference point.  Example: A car moving on a road is in motion because its position changes with time relative to the road.</vt:lpstr>
      <vt:lpstr>Distance</vt:lpstr>
      <vt:lpstr>Displacement</vt:lpstr>
      <vt:lpstr>PowerPoint Presentation</vt:lpstr>
      <vt:lpstr>PowerPoint Presentation</vt:lpstr>
      <vt:lpstr>PowerPoint Presentation</vt:lpstr>
      <vt:lpstr>PowerPoint Presentation</vt:lpstr>
      <vt:lpstr>Competency-Based Questions (Class 9)</vt:lpstr>
      <vt:lpstr>Competency-Based Questions (Class 9)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Anshuman Sinha</dc:creator>
  <cp:lastModifiedBy>Anshuman Sinha</cp:lastModifiedBy>
  <cp:revision>1</cp:revision>
  <dcterms:created xsi:type="dcterms:W3CDTF">2026-06-29T16:38:29Z</dcterms:created>
  <dcterms:modified xsi:type="dcterms:W3CDTF">2026-06-29T17:29:33Z</dcterms:modified>
</cp:coreProperties>
</file>